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News Monitor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Regulatory &amp; Market Sentiment Tracker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2651760"/>
            <a:ext cx="841248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880360"/>
            <a:ext cx="1289304" cy="292608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880360"/>
            <a:ext cx="1289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FastAPI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83664" y="2880360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1883664" y="28803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SQLite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91256" y="2880360"/>
            <a:ext cx="2359152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191256" y="288036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Gemini 2.5 Flash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87568" y="2880360"/>
            <a:ext cx="1764792" cy="292608"/>
          </a:xfrm>
          <a:prstGeom prst="roundRect">
            <a:avLst>
              <a:gd name="adj" fmla="val 25000"/>
            </a:avLst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5687568" y="2880360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NewsData.io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89520" y="2880360"/>
            <a:ext cx="1764792" cy="292608"/>
          </a:xfrm>
          <a:prstGeom prst="roundRect">
            <a:avLst>
              <a:gd name="adj" fmla="val 25000"/>
            </a:avLst>
          </a:prstGeom>
          <a:solidFill>
            <a:srgbClr val="C084FC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2880360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Claude Code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5-min Interview Walkthrough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專案概覽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核心功能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監管新聞警報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SEC、ETF、各國法規即時追蹤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市場情緒分類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Bullish / Bearish / Neutral 自動標記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問答系統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 DB 檢索新聞並由 Gemini 回答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即時價格 Ticker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CoinGecko 整合，主流幣即時顯示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4297680" cy="338328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554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技術棧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965960"/>
            <a:ext cx="54864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後端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Python + FastAPI + APScheduler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441448"/>
            <a:ext cx="54864" cy="274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2441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資料庫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2441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SQLite + SQLAlchemy ORM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916936"/>
            <a:ext cx="54864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2916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AI Agent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06440" y="2916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Google Gemini 2.5 Flash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392424"/>
            <a:ext cx="54864" cy="2743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3392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新聞來源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06440" y="3392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NewsData.io Crypto API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867912"/>
            <a:ext cx="54864" cy="2743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38679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</a:rPr>
              <a:t>前端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3867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原生 HTML / JS（無框架）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4343400"/>
            <a:ext cx="54864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開發工具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0644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Claude Code（AI-assisted）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系統架構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164592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54864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51790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NewsData.io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" y="179222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Crypto API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1792224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6824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8840" y="1463040"/>
            <a:ext cx="164592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48840" y="1463040"/>
            <a:ext cx="54864" cy="65836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2276856" y="151790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fetcher_agent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76856" y="179222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HTTP + 去重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94760" y="1792224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16824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23360" y="1463040"/>
            <a:ext cx="164592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23360" y="1463040"/>
            <a:ext cx="54864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151376" y="151790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analyzer_agent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51376" y="179222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Gemini 分析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0" y="1792224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16824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1463040"/>
            <a:ext cx="164592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97880" y="1463040"/>
            <a:ext cx="54864" cy="6583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6" name="Text 24"/>
          <p:cNvSpPr/>
          <p:nvPr/>
        </p:nvSpPr>
        <p:spPr>
          <a:xfrm>
            <a:off x="6025896" y="151790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SQLite DB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25896" y="179222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news_articles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48840" y="1188720"/>
            <a:ext cx="4160520" cy="228600"/>
          </a:xfrm>
          <a:prstGeom prst="roundRect">
            <a:avLst>
              <a:gd name="adj" fmla="val 24000"/>
            </a:avLst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48840" y="118872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monitor_agent (orchestrator)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20840" y="2121408"/>
            <a:ext cx="0" cy="6217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0256" y="257860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2743200"/>
            <a:ext cx="164592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0" y="2743200"/>
            <a:ext cx="54864" cy="6583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4" name="Text 32"/>
          <p:cNvSpPr/>
          <p:nvPr/>
        </p:nvSpPr>
        <p:spPr>
          <a:xfrm>
            <a:off x="5157216" y="27980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FastAPI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57216" y="307238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REST API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75120" y="3072384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29626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03720" y="2743200"/>
            <a:ext cx="164592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903720" y="2743200"/>
            <a:ext cx="54864" cy="658368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40" name="Text 38"/>
          <p:cNvSpPr/>
          <p:nvPr/>
        </p:nvSpPr>
        <p:spPr>
          <a:xfrm>
            <a:off x="7031736" y="27980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</a:rPr>
              <a:t>Frontend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31736" y="307238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HTML / JS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2743200"/>
            <a:ext cx="1645920" cy="658368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2743200"/>
            <a:ext cx="54864" cy="65836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44" name="Text 42"/>
          <p:cNvSpPr/>
          <p:nvPr/>
        </p:nvSpPr>
        <p:spPr>
          <a:xfrm>
            <a:off x="402336" y="27980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</a:rPr>
              <a:t>qa_agent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02336" y="307238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RAG + Gemini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920240" y="3072384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20240" y="29626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86000" y="3072384"/>
            <a:ext cx="0" cy="-6217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2331720" y="22402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reads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011680" y="3072384"/>
            <a:ext cx="30175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274320" y="4526280"/>
            <a:ext cx="164592" cy="1645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" y="4507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Data Flow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377440" y="4526280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2606040" y="4507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 Processing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480560" y="4526280"/>
            <a:ext cx="164592" cy="16459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6" name="Text 54"/>
          <p:cNvSpPr/>
          <p:nvPr/>
        </p:nvSpPr>
        <p:spPr>
          <a:xfrm>
            <a:off x="4709160" y="4507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Storage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583680" y="4526280"/>
            <a:ext cx="164592" cy="164592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58" name="Text 56"/>
          <p:cNvSpPr/>
          <p:nvPr/>
        </p:nvSpPr>
        <p:spPr>
          <a:xfrm>
            <a:off x="6812280" y="4507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AI TOOLS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使用方式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536192"/>
            <a:ext cx="45720" cy="44805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270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CLAUDE.md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專案說明書：技術棧、架構、API規範、Gemini用法、DB規範、NewsData.io限制全部文件化，讓 Claude 每次對話都有正確的 context。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240280"/>
            <a:ext cx="45720" cy="44805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311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Skills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4597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 個客製化 Skill：news-monitor-setup / relevance-analyzer / test-generator / report-formatter。重複性任務模板化，確保輸出一致。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71216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944368"/>
            <a:ext cx="45720" cy="4480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3522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MCP SQLite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16382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直接在對話中查詢 news.db，不需開 terminal。可即時驗證資料、debug 查詢結果，加速開發迴圈。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575304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3648456"/>
            <a:ext cx="45720" cy="44805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393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</a:rPr>
              <a:t>PreToolUse Hook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8679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自動攔截所有檔案寫入操作，確保 Write / Edit / MultiEdit 只能修改專案目錄內的檔案。防止誤改系統檔。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279392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4352544"/>
            <a:ext cx="45720" cy="448056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343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</a:rPr>
              <a:t>Subagents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5720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將 monitor_agent 拆分為獨立的 fetcher_agent（HTTP 抓取 + 去重）和 analyzer_agent（Gemini 分析 + DB 寫入），由 orchestrator 串接。實現錯誤隔離，fetch 失敗不影響已完成的 analyze。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SKILLS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設計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54480"/>
            <a:ext cx="3840480" cy="27432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news-monitor-setup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用途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19202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定義監控需求 → 產出關鍵字清單 + monitor_agent prompt 模板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效益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需求變更時不需要手動重寫 prompt，減少人工 trial-and-error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554480"/>
            <a:ext cx="3840480" cy="27432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relevance-analyzer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1920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用途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57800" y="19202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提供評分標準、情緒分類規則、Gemini prompt 設計原則與常見錯誤案例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24231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效益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57800" y="2423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Gemini 輸出品質一致，避免 prompt 版本混亂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337560"/>
            <a:ext cx="384048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test-generator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703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用途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37033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生成符合本專案風格的 pytest 測試：conftest fixture、mock Gemini、in-memory SQLite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4206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效益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0120" y="4206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測試覆蓋率提升，且不需每次重學 conftest 寫法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3200400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3337560"/>
            <a:ext cx="3840480" cy="274320"/>
          </a:xfrm>
          <a:prstGeom prst="roundRect">
            <a:avLst>
              <a:gd name="adj" fmla="val 20000"/>
            </a:avLst>
          </a:prstGeom>
          <a:solidFill>
            <a:srgbClr val="C084FC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report-formatter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3703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84FC"/>
                </a:solidFill>
              </a:rPr>
              <a:t>用途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57800" y="37033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統一新聞摘要、監控報告、QA 引用區塊、面試 demo 的輸出格式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4206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效益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57800" y="4206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展示文件格式一致，降低溝通成本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RISK MGMT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風險管理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54864" cy="107899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087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PreToolUse Hook — 寫入路徑保護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196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7171"/>
                </a:solidFill>
              </a:rPr>
              <a:t>問題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181965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Claude 可能誤修改專案目錄外的系統檔案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37560" y="18196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做法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81965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攔截 Write/Edit/MultiEdit，驗證路徑在 /Users/lydiak/Projects/small_project 內，否則 exit 2 阻擋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80760" y="18196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結果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37960" y="181965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所有檔案寫入受到邊界控制，誤操作前即時警告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624328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24328"/>
            <a:ext cx="54864" cy="10789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157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MCP SQLite — 安全的 DB 存取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026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7171"/>
                </a:solidFill>
              </a:rPr>
              <a:t>問題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" y="3026664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直接拼接 SQL 字串有 SQL Injection 風險；手動 CLI 查詢容易出錯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3026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做法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94760" y="3026664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SQLAlchemy ORM 防注入；MCP Server 提供結構化 query interface，限定操作範圍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80760" y="3026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結果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37960" y="3026664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DB 操作可審計、可撤銷，不直接暴露 shell 權限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831336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831336"/>
            <a:ext cx="54864" cy="10789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92277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Structured Output — Gemini JSON 保證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4233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7171"/>
                </a:solidFill>
              </a:rPr>
              <a:t>問題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" y="423367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LLM 輸出非結構化文字時，解析失敗會導致資料寫入錯誤欄位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37560" y="4233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做法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94760" y="423367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response_mime_type='application/json' + fallback 預設值，JSON 解析失敗時 gracefully 降級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80760" y="4233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結果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37960" y="423367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資料入庫穩定，不因 AI 輸出格式異常中斷整個 pipeline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LIMITATIONS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已知限制與改進方向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面向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37360" y="13533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現況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0" y="13533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改進方向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627632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719072"/>
            <a:ext cx="45720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2763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語意搜尋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168249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Keyword ilike — 無法處理同義詞（BTC ≠ Bitcoin）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57800" y="1700784"/>
            <a:ext cx="0" cy="420624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808" y="16824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加入 text-embedding-004 + cosine similarity 向量搜尋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95144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2386584"/>
            <a:ext cx="4572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29514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Startup Blocking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37360" y="23500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初始 fetch 在 lifespan 同步執行，Gemini 分析期間 API 不回應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57800" y="2368296"/>
            <a:ext cx="0" cy="420624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21808" y="23500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改用 next_run_time=now() 讓 scheduler 在背景跑第一次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962656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054096"/>
            <a:ext cx="45720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9626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重複新聞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37360" y="3017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同一事件被多家媒體轉載，各自存入 DB（url 去重只能防完全相同）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57800" y="3035808"/>
            <a:ext cx="0" cy="420624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21808" y="3017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Content fingerprint（SimHash）或 LLM 事件聚類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630168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/>
        </p:spPr>
      </p:sp>
      <p:sp>
        <p:nvSpPr>
          <p:cNvPr id="28" name="Shape 26"/>
          <p:cNvSpPr/>
          <p:nvPr/>
        </p:nvSpPr>
        <p:spPr>
          <a:xfrm>
            <a:off x="365760" y="3721608"/>
            <a:ext cx="45720" cy="38404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63016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</a:rPr>
              <a:t>中文問答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37360" y="368503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Gemini 中文理解較弱，RAG 效果不如英文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57800" y="3703320"/>
            <a:ext cx="0" cy="420624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21808" y="36850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換用 Claude API 或 Gemini 1.5 Pro（中文較強）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297680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" y="4389120"/>
            <a:ext cx="45720" cy="384048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2976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</a:rPr>
              <a:t>Reranking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737360" y="43525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取前 8 篇直接送 Gemini，無相關性排序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57800" y="4370832"/>
            <a:ext cx="0" cy="420624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1808" y="43525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Cross-encoder reranker 篩選最相關 3-4 篇，降低 context noise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News Monitor — Interview Presentation</dc:title>
  <dc:subject>PptxGenJS Presentation</dc:subject>
  <dc:creator>Lisa</dc:creator>
  <cp:lastModifiedBy>Lisa</cp:lastModifiedBy>
  <cp:revision>1</cp:revision>
  <dcterms:created xsi:type="dcterms:W3CDTF">2026-04-05T07:50:30Z</dcterms:created>
  <dcterms:modified xsi:type="dcterms:W3CDTF">2026-04-05T07:50:30Z</dcterms:modified>
</cp:coreProperties>
</file>